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(30s). Keep this slide high-level - it's the executive summary.
Say: 'I'll walk you through a few projects, framed around the value they delivered to the client - because as a consultancy that's what matters. I'll go deep on the flagship, then cover three more across different domains.'
Point at the four returns, left to right, in one breath: '50% drop in human-agent tickets; fewer warehouse accidents; a feature other customers now want to buy; and faster delivery across the org.'
Then move on - don't read the cards. The detail is on the next slides. If asked 'which are you proudest of?' -&gt; Energy Agent, and pivot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AGENT - the flagship (spend the most time here; they'll probe this one).
BUSINESS FIRST (this is the slide): problem -&gt; what we delivered -&gt; the return. A major energy retailer's support team was buried in routine billing/plan/complaint tickets. We built an AI agent that resolves them end-to-end. Result: customer-raised human-agent tickets fell ~50% as the agent absorbed them, average resolution went from ~48h to ~36h, and satisfaction edged up. ~100K active users of a ~3M base.
HONESTY ON NUMBERS: the 50% and 48h-&gt;36h are real/observed; the satisfaction lift is directional - if pushed for an exact figure say 'directionally up; we didn't instrument a precise CSAT delta'.
TECH DEPTH (only if they ask 'how did you build it' - this is the v2 architecture):
- It's not one big chatbot. It's a multi-agent system: a supervisor agent classifies intent and routes to specialist agents (billing, plans, complaints, bookings).
- Built on AWS. Hosted on Bedrock AgentCore (managed agent runtime, memory, identity, observability) with AgentCore Gateway exposing tools over MCP. Claude on Bedrock for reasoning.
- Specialists call enterprise systems as MCP tools (billing, CRM). A knowledge tool answers from internal docs.
- Guardrails: PII redaction, and a hard rule that dollar figures come from a tool call, never the model - critical in a regulated utility.
- Voice channel via a speech model; automatic post-call summaries.
KEY LINE: 'The LLM is one small piece - the engineering is everything around it: routing, tool calls, guardrails, memory, evaluation.' That's the senior signal -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PROJECTS, ROI-LED. Keep each to ~20-30s on the business outcome; go technical only if asked.
AUSTRALIA POST - COMPUTER VISION. Value: safety and loss reduction. Real-time detection of unsafe behaviour in the warehouse; after release, accidents and unsafe acts dropped - safer staff, lower loss. The 96% accuracy is the enabler, not the headline - the headline is fewer incidents. Tech if asked: YOLOv3-based detection pipeline, deployed and served on AWS SageMaker. (Numbers on accident reduction are directional - I don't have an exact figure.)
ADORA AI. Value: customer experience that turned into a revenue opportunity. It breaks a household's energy use down by appliance so customers understand their bill. We demoed it to other SaaS tenants and saw strong buying interest - so a client-experience feature became a product opportunity. THIS IS THE STRONGEST CONSULTANCY STORY on the slide - be ready to talk to who we demoed to and what the interest looked like. Tech if asked (v2): energy disaggregation (NILM) models; in the v2 design Adora is exposed as an MCP tool the agent can call, with retrieval/serving on the same stack; runs on GCP today, served at 3M-customer scale.
TALLYPLUS-AI. Value: org-wide productivity. An internal AI knowledge tool over 6,800+ docs. It lifted delivery velocity, and adoption spread beyond engineers to PM and QA - everyone using AI to move faster. Tech if asked (v2): a RAG system - LlamaIndex as the retrieval layer (hybrid search: dense + BM25 with reciprocal rank fusion, plus a reranker) over OpenSearch for storage, with Claude on Bedrock for answer generation. The v1 was naive top-k; v2 adds the hybrid + rerank pipeline for materially better retrieval.
CLOSE: 'Across all four, the through-line is the same - I own the solution end-to-end and measure it by the client's return, not the tech.'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9D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20700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Delivering measurable client value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12140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Ruibin Chen</a:t>
            </a:r>
            <a:pPr indent="0" marL="0">
              <a:buNone/>
            </a:pPr>
            <a:r>
              <a:rPr lang="en-US" sz="1500" dirty="0">
                <a:solidFill>
                  <a:srgbClr val="B9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Technical Lead &amp; AI Engineer   |   ~12 years   |   production AI/ML, outcome-focused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2C376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340156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0782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Agent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425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customer service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0109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554126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human-agent tickets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502152" y="310896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2C376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3401568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76472" y="40782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Post CV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76472" y="4425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safety detection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76472" y="50109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3776472" y="554126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&amp; unsafe acts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364224" y="310896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2C376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3401568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8544" y="40782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Adora AI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638544" y="4425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use, by appliance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38544" y="50109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6638544" y="554126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tenants want to buy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226296" y="310896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2C3768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3401568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00616" y="4078224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TallyPlus-AI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500616" y="44256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knowledge tool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500616" y="50109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3000" dirty="0"/>
          </a:p>
        </p:txBody>
      </p:sp>
      <p:sp>
        <p:nvSpPr>
          <p:cNvPr id="28" name="Text 22"/>
          <p:cNvSpPr/>
          <p:nvPr/>
        </p:nvSpPr>
        <p:spPr>
          <a:xfrm>
            <a:off x="9500616" y="554126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across the org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Agent — automating customer service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13969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energy retailer's support team carried high volumes of routine billing, plan and complaint tickets — slow to clear and costly to staff.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00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355701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resolves routine tickets end-to-end (billing, plans, complaints, bookings), with a voice channel and automatic call summaries. Serves ~100K active users of a ~3M base.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006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617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4974336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Customer-raised human-agent tickets fell ~50% as the agent absorbed them; average ticket resolution dropped from ~48h to ~36h; customer satisfaction edged up.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18120" y="18288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863840" y="20299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-50%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7863840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human-agent tickets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738360" y="1828800"/>
            <a:ext cx="178308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9784080" y="2121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 → 36h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784080" y="26700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resolution time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818120" y="3383280"/>
            <a:ext cx="37033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0467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my role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046720" y="38862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 active users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~3M customer base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046720" y="470916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design and delivery end-to-end; built on AWS (Bedrock, agentic orchestration).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046720" y="55321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LLM is one small piece — the engineering is everything around it.”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value across domains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3134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99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Post — computer vision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loss reduction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accidents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96012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unsafe behaviour in the warehouse. After release, accidents and unsafe acts dropped — safer staff and lower loss for the business.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detection accuracy. YOLOv3, deployed on AWS SageMaker.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26280" y="18288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1488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31343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2999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Adora AI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8463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→ new revenue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sales interest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484632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household's energy use down by appliance, lifting customer experience. Demoed to other SaaS tenants — strong buying interest in the feature.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3M customers. NILM models on GCP.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412480" y="182880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32520" y="21488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313432"/>
            <a:ext cx="356616" cy="35661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32520" y="2999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TallyPlus-AI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732520" y="3611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productivity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73252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delivery</a:t>
            </a:r>
            <a:endParaRPr lang="en-US" sz="2300" dirty="0"/>
          </a:p>
        </p:txBody>
      </p:sp>
      <p:sp>
        <p:nvSpPr>
          <p:cNvPr id="26" name="Text 21"/>
          <p:cNvSpPr/>
          <p:nvPr/>
        </p:nvSpPr>
        <p:spPr>
          <a:xfrm>
            <a:off x="8732520" y="4617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AI knowledge tool over 6,800+ docs. Lifted delivery velocity — and adoption spread beyond devs to PM and QA, all using AI to speed up.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732520" y="55961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6,800+ docs / ~23,000 chunks. RAG on AWS Bedrock.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 Engineering — Client Value</dc:title>
  <dc:subject>PptxGenJS Presentation</dc:subject>
  <dc:creator>Ruibin Chen</dc:creator>
  <cp:lastModifiedBy>Ruibin Chen</cp:lastModifiedBy>
  <cp:revision>1</cp:revision>
  <dcterms:created xsi:type="dcterms:W3CDTF">2026-06-29T01:58:11Z</dcterms:created>
  <dcterms:modified xsi:type="dcterms:W3CDTF">2026-06-29T01:58:11Z</dcterms:modified>
</cp:coreProperties>
</file>